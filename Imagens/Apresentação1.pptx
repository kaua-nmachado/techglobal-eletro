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F2F2"/>
    <a:srgbClr val="030A8C"/>
    <a:srgbClr val="0D0D0D"/>
    <a:srgbClr val="020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 varScale="1">
        <p:scale>
          <a:sx n="82" d="100"/>
          <a:sy n="82" d="100"/>
        </p:scale>
        <p:origin x="4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71AFF-1ACC-E117-394A-31CE33202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B746E1-5AF3-BCFE-3FB2-CDE281A56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DFEF08-17EA-F331-3A7F-69656B665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32B95-DA2E-4FC3-A573-A0F4B8B2C45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E7469D-602F-2FF7-6B33-901BED3E6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98C414-BA86-E943-5AAD-19BAEF432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5A6E1-0957-4BA5-890F-33882E4309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065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1BBA8-01D2-5BB7-AFD9-2C2F6C0AA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E0B313-A77F-FBBE-1CFF-F522458F3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972CA7-AC5A-3351-69DF-E6C7F8855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32B95-DA2E-4FC3-A573-A0F4B8B2C45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E9EABE-3B7D-D3EF-D3F2-5202F75C1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56C6DE-616A-14E9-2EFF-D97226E8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5A6E1-0957-4BA5-890F-33882E4309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006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A6296-9DF3-8775-D0F8-BFF73C2D4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6D6D2F-CE50-2EC8-5B5B-E430199DE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98F487-D85B-035F-2D6F-D3826A70D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32B95-DA2E-4FC3-A573-A0F4B8B2C45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14546E-D373-EF1D-3C9F-3803F0979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B4423B-9A0B-9D64-6AE2-016C3B5B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5A6E1-0957-4BA5-890F-33882E4309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902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59E200-63DA-53A3-EB4F-0FCEB92AC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FE4FD3-73AB-42E8-2962-A68B17D74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46F1B8-199A-1C58-28E7-30BA1A605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ED0843-2902-E7FA-6E18-1C67D566A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32B95-DA2E-4FC3-A573-A0F4B8B2C45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C34406-1774-FCF8-11A1-EFE3195DA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27DC07-FC3E-D50F-61C2-237CCCA7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5A6E1-0957-4BA5-890F-33882E4309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1711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2431A-4AE7-E44A-D70F-14F98BAFD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B368A3-9253-7C60-4F1D-28A42C132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F09F62-2A8E-3FB3-ADCD-F3A02236E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CEC308-C481-D44E-1723-7FC2527BC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5B56A2F-5133-F312-5270-B4087B2AB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8EAEFD5-7482-6D3A-8EE1-3ABE88DF8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32B95-DA2E-4FC3-A573-A0F4B8B2C45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FA486E0-4104-872F-915C-74D066517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758665F-6E46-78ED-F65E-6D164EFA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5A6E1-0957-4BA5-890F-33882E4309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68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8BB06-CBB2-EC83-D776-294E56A47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3E82366-993A-5F9A-E6F2-51FA16D03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32B95-DA2E-4FC3-A573-A0F4B8B2C45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9F0066-3797-B8FE-5E2D-3123823BB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D26BFBD-6C76-D3F2-C2ED-99F537B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5A6E1-0957-4BA5-890F-33882E4309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8600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1C1701F-A1B0-3401-4589-B1023BFAC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32B95-DA2E-4FC3-A573-A0F4B8B2C45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3C109E5-412D-D18B-4EE3-A750A23B7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87707C-6E4C-0BD0-451F-3C86F4F7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5A6E1-0957-4BA5-890F-33882E4309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4187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2EC5E-7066-D1F4-475E-B7BDED4C2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839940-9D6B-56A5-0892-7777E6E8C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68B9C1-E300-33E2-223E-26D43B167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71F379-638C-5840-1587-AE2EDA6FD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32B95-DA2E-4FC3-A573-A0F4B8B2C45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4934D2-133A-CC51-8C1B-F179788D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220759-7F9E-2E8D-4418-CB609C02B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5A6E1-0957-4BA5-890F-33882E4309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526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206C4-0491-5F09-36FB-4D1B66549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1BEE10F-C5A5-7432-780A-32671C79BE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D8AE886-4CBB-9F1C-3ED5-5BA601133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C684D3-F478-6982-22BF-C6F75054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32B95-DA2E-4FC3-A573-A0F4B8B2C45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DEDAB7-72D4-E132-EF77-4970D09DC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38C77B-CA34-816E-4839-1DDA9B3D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5A6E1-0957-4BA5-890F-33882E4309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927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476D6-C8C0-0CBA-D542-3148723ED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5083301-5480-C360-871E-CA54A1DF1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2143B4-2723-2E15-E8EE-BE0B06E8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32B95-DA2E-4FC3-A573-A0F4B8B2C45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4CF04C-6007-964E-F813-BFD8C6637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9711F-DBB1-5336-2D2B-E90ED9D99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5A6E1-0957-4BA5-890F-33882E4309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515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3CF0D47-F545-AD3B-E438-2B592D8FB6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9D7819-1AE1-4DEE-8BE3-8C8DBB01D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CA61B3-7766-6DFA-5A6D-FE5CD2FC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32B95-DA2E-4FC3-A573-A0F4B8B2C45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67E31B-BFEA-A78F-1096-ECB7EF51C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42A273-1397-CE9A-5F3B-ED308F9DF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5A6E1-0957-4BA5-890F-33882E4309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8792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31321A2-D0BC-472C-1AAA-B2EF48ED0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8F4D02-B1C5-8C72-07C2-DDA846A74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AF43DE-0659-284B-4AA4-36BFCCCA4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32B95-DA2E-4FC3-A573-A0F4B8B2C45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7895C4-C177-190F-C66E-875E3B2E9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0BC6D2-BA3E-5C39-61AC-24FCE919C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15A6E1-0957-4BA5-890F-33882E4309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103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73652-CD2C-AE3C-D440-BDCAF57A8A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C28514-2226-C8A2-A5CC-6C2386C9B8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9" name="Imagem 18" descr="Uma imagem contendo no interior, edifício, escuro, mesa">
            <a:extLst>
              <a:ext uri="{FF2B5EF4-FFF2-40B4-BE49-F238E27FC236}">
                <a16:creationId xmlns:a16="http://schemas.microsoft.com/office/drawing/2014/main" id="{A53CA9CA-C1F3-CCC9-1684-09A0F9B28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316" y="-8654"/>
            <a:ext cx="12213316" cy="6963246"/>
          </a:xfrm>
          <a:prstGeom prst="rect">
            <a:avLst/>
          </a:prstGeom>
        </p:spPr>
      </p:pic>
      <p:pic>
        <p:nvPicPr>
          <p:cNvPr id="7" name="Imagem 6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2A4CA87C-96C1-A18A-139E-04804DB64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66" y="131146"/>
            <a:ext cx="2073819" cy="1425869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6A24C6A-54B4-C5CA-BC80-08B05D1FF452}"/>
              </a:ext>
            </a:extLst>
          </p:cNvPr>
          <p:cNvSpPr txBox="1"/>
          <p:nvPr/>
        </p:nvSpPr>
        <p:spPr>
          <a:xfrm>
            <a:off x="3047417" y="74446"/>
            <a:ext cx="8170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i="1" dirty="0">
                <a:solidFill>
                  <a:srgbClr val="27F2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Relatório Do Primeiro Semestre de 2025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0AF26F7-FA76-6E53-6486-083F423969FF}"/>
              </a:ext>
            </a:extLst>
          </p:cNvPr>
          <p:cNvSpPr/>
          <p:nvPr/>
        </p:nvSpPr>
        <p:spPr>
          <a:xfrm>
            <a:off x="122656" y="1852553"/>
            <a:ext cx="2780451" cy="867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1E86081-E818-BA19-9DF5-FA3A6594641A}"/>
              </a:ext>
            </a:extLst>
          </p:cNvPr>
          <p:cNvSpPr/>
          <p:nvPr/>
        </p:nvSpPr>
        <p:spPr>
          <a:xfrm>
            <a:off x="122655" y="3082769"/>
            <a:ext cx="2780451" cy="867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66111BF-CA61-BDBF-1E8E-E5F04D48FF68}"/>
              </a:ext>
            </a:extLst>
          </p:cNvPr>
          <p:cNvSpPr/>
          <p:nvPr/>
        </p:nvSpPr>
        <p:spPr>
          <a:xfrm>
            <a:off x="2499145" y="733683"/>
            <a:ext cx="9267529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23CC431-783B-7032-E551-29ADA4C6906F}"/>
              </a:ext>
            </a:extLst>
          </p:cNvPr>
          <p:cNvSpPr/>
          <p:nvPr/>
        </p:nvSpPr>
        <p:spPr>
          <a:xfrm>
            <a:off x="7373814" y="1852553"/>
            <a:ext cx="4602955" cy="4931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BEEF92F-120B-2012-3255-798EC08CCB4D}"/>
              </a:ext>
            </a:extLst>
          </p:cNvPr>
          <p:cNvSpPr/>
          <p:nvPr/>
        </p:nvSpPr>
        <p:spPr>
          <a:xfrm>
            <a:off x="3223844" y="1850663"/>
            <a:ext cx="3934739" cy="4932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8157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Kauã Da Silveira Nascimento Machado</dc:creator>
  <cp:lastModifiedBy>Kauã Da Silveira Nascimento Machado</cp:lastModifiedBy>
  <cp:revision>1</cp:revision>
  <dcterms:created xsi:type="dcterms:W3CDTF">2025-12-30T16:54:19Z</dcterms:created>
  <dcterms:modified xsi:type="dcterms:W3CDTF">2025-12-30T18:10:28Z</dcterms:modified>
</cp:coreProperties>
</file>