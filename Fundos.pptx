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94660"/>
  </p:normalViewPr>
  <p:slideViewPr>
    <p:cSldViewPr snapToGrid="0">
      <p:cViewPr varScale="1">
        <p:scale>
          <a:sx n="82" d="100"/>
          <a:sy n="82" d="100"/>
        </p:scale>
        <p:origin x="4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A73C11-E2C6-23A7-09BB-3746519A77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6FF849-2B85-5171-4A4C-B9070AC07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40CAC9-CA83-F0ED-0775-4787ECE38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790FA-3E91-47F3-84BC-9BD7119710BC}" type="datetimeFigureOut">
              <a:rPr lang="pt-BR" smtClean="0"/>
              <a:t>19/01/2026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FD557D-D61E-9222-3837-1120E8F7D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ADF07B-30BD-BE31-A1D6-8AC2E772B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ED960-64A0-4ADC-9347-9A087DC8C2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8565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B52DA3-A7DB-BDD2-9D75-273B5EC4F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BEFF1D-02DB-1A42-46B5-A72FB91EE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BB61D6-A9D1-339A-795F-A8805D8E4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790FA-3E91-47F3-84BC-9BD7119710BC}" type="datetimeFigureOut">
              <a:rPr lang="pt-BR" smtClean="0"/>
              <a:t>19/01/2026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092C3B-7A2A-1A01-6C5B-23BDFA1FD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9BD1A8-D058-0838-EF25-C6A38DE4E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ED960-64A0-4ADC-9347-9A087DC8C2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345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19396-E6E0-8F61-8F6A-46990E1C3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F1EE3B-F78D-4858-A32B-518757EA0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7C0877-B3E3-8CC9-945C-14FDE8C13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790FA-3E91-47F3-84BC-9BD7119710BC}" type="datetimeFigureOut">
              <a:rPr lang="pt-BR" smtClean="0"/>
              <a:t>19/01/2026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E30C8C-D302-959F-1582-FAD07611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8F0474-CB14-2066-7F52-FDC9ED73A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ED960-64A0-4ADC-9347-9A087DC8C2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7388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E8590A-0F1E-2786-B2A9-92BD06C92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D1EBCC-91C9-3AFD-98DA-51839F200A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9D0472-9315-E477-6621-28493ECFD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43FBBA-36CF-90F2-49FB-6F6C9CB3C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790FA-3E91-47F3-84BC-9BD7119710BC}" type="datetimeFigureOut">
              <a:rPr lang="pt-BR" smtClean="0"/>
              <a:t>19/01/2026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5753C7-8FF2-D730-83F5-CD8CC6F4A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7F827C-068C-2FD6-AC44-29FA34272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ED960-64A0-4ADC-9347-9A087DC8C2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1613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B1441-91C9-4555-EBA6-8371ED934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D1A907-2DB2-A995-F756-BB3AADFE1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7D8718-31FD-B511-CD6A-1871FFC99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32DC816-1D66-A5D3-07C2-8144B1B37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BE48C79-6377-1FCC-A010-33F6274306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88EAF3-9AA5-A89F-9E75-93FD6DEC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790FA-3E91-47F3-84BC-9BD7119710BC}" type="datetimeFigureOut">
              <a:rPr lang="pt-BR" smtClean="0"/>
              <a:t>19/01/2026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2083982-2CCA-66FD-50B3-7658EE7BB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3A0120D-FF9A-D9EF-1E1C-310297465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ED960-64A0-4ADC-9347-9A087DC8C2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026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98D1CC-4333-DC5A-58E4-E3ECE4F0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D5FFDCD-0660-0E29-28D3-6B7B6E109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790FA-3E91-47F3-84BC-9BD7119710BC}" type="datetimeFigureOut">
              <a:rPr lang="pt-BR" smtClean="0"/>
              <a:t>19/01/2026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42CD76-BBAB-E41F-363D-6F511A4A6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9CC0BAD-28C7-00BA-2676-9D6BBD86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ED960-64A0-4ADC-9347-9A087DC8C2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949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FCE9F14-11A1-CC9A-C561-EBB8AF2F9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790FA-3E91-47F3-84BC-9BD7119710BC}" type="datetimeFigureOut">
              <a:rPr lang="pt-BR" smtClean="0"/>
              <a:t>19/01/2026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F85D71A-D3E2-A9D0-8597-F59EF5A1F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57A726-5A25-EFD4-C278-6EBB628A1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ED960-64A0-4ADC-9347-9A087DC8C2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57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DCC27-FB07-8CB1-99FB-EA7A5F734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50A29E-F398-4173-E98D-525F1A9D6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394EF14-B635-D72B-2768-5F5852685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28CF0D-A775-E96A-D6D8-6B3372406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790FA-3E91-47F3-84BC-9BD7119710BC}" type="datetimeFigureOut">
              <a:rPr lang="pt-BR" smtClean="0"/>
              <a:t>19/01/2026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B3BBC9-19BA-B41B-A967-7F43843FA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0DC821-126E-D060-3BAC-867F44F32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ED960-64A0-4ADC-9347-9A087DC8C2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8128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1109FA-B899-1508-D690-4178CDF93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D1A15CF-6FB7-F048-AE78-9F8697F02D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EAD13A2-F8D7-CCE4-B086-EB1544DFB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F0F4CB-31BF-2865-4364-1A3DFFF4D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790FA-3E91-47F3-84BC-9BD7119710BC}" type="datetimeFigureOut">
              <a:rPr lang="pt-BR" smtClean="0"/>
              <a:t>19/01/2026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3526F1-797F-BF47-39EE-208FDEA42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D3465E7-73F8-C78D-D91B-EFFAD51E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ED960-64A0-4ADC-9347-9A087DC8C2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9785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CCCD46-7F2D-619C-FAA5-25BD60F86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A57C69F-1138-2714-AD96-76F7F5D81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ACA215-BC68-8A59-C6D1-CE0DB9572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790FA-3E91-47F3-84BC-9BD7119710BC}" type="datetimeFigureOut">
              <a:rPr lang="pt-BR" smtClean="0"/>
              <a:t>19/01/2026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A083EA-0093-DC49-7E41-95DE80374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6A10E4-1133-6529-F66A-DE84BF631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ED960-64A0-4ADC-9347-9A087DC8C2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6381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6D6BAB0-90EA-4366-22ED-C6E37C3E9B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9D353E0-D115-8A6A-1427-CE2E5F16A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0970E6-AED2-14A4-8097-7A30AF243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790FA-3E91-47F3-84BC-9BD7119710BC}" type="datetimeFigureOut">
              <a:rPr lang="pt-BR" smtClean="0"/>
              <a:t>19/01/2026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E47D35-EA54-28E7-9051-D429B1A9B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08348E-4002-5F51-9046-35F5618E3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ED960-64A0-4ADC-9347-9A087DC8C2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058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F4E35F0-7514-7A20-1851-2EBBDBAB3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002463-EAA1-F73A-A68A-5FD817E4E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58101F-5576-37D6-1DCE-37D56A2A3E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B790FA-3E91-47F3-84BC-9BD7119710BC}" type="datetimeFigureOut">
              <a:rPr lang="pt-BR" smtClean="0"/>
              <a:t>19/01/2026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C38FC4-DFE5-F152-733C-07005DF6E7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403C19-B0E5-36C2-E1C6-0CAF00652B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ED960-64A0-4ADC-9347-9A087DC8C2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6918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D09217-A180-BE63-B45B-81ADA31E83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A7326-1F01-E8C4-EFEE-8CCB56F728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 descr="Texto">
            <a:extLst>
              <a:ext uri="{FF2B5EF4-FFF2-40B4-BE49-F238E27FC236}">
                <a16:creationId xmlns:a16="http://schemas.microsoft.com/office/drawing/2014/main" id="{5F07CF11-00C0-D52B-C77A-526B8B9539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7" name="Imagem 6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8A93F8F4-6109-C880-59AB-30CD35DA1A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15DC764F-06D5-AD60-3730-9ADCFA3BED9B}"/>
              </a:ext>
            </a:extLst>
          </p:cNvPr>
          <p:cNvSpPr txBox="1"/>
          <p:nvPr/>
        </p:nvSpPr>
        <p:spPr>
          <a:xfrm>
            <a:off x="150254" y="199163"/>
            <a:ext cx="120417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Relatório De Performasse Do Primeiro Semestre de 2025</a:t>
            </a:r>
          </a:p>
        </p:txBody>
      </p:sp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93B35F5B-8FBE-C2D3-7425-25774688AC3D}"/>
              </a:ext>
            </a:extLst>
          </p:cNvPr>
          <p:cNvSpPr/>
          <p:nvPr/>
        </p:nvSpPr>
        <p:spPr>
          <a:xfrm>
            <a:off x="5542207" y="2064994"/>
            <a:ext cx="1107583" cy="7584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8261C12-7350-2E0C-9E42-2252F6337CB5}"/>
              </a:ext>
            </a:extLst>
          </p:cNvPr>
          <p:cNvSpPr txBox="1"/>
          <p:nvPr/>
        </p:nvSpPr>
        <p:spPr>
          <a:xfrm>
            <a:off x="4019281" y="1480218"/>
            <a:ext cx="43036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APERTE O BOTÃO</a:t>
            </a:r>
          </a:p>
        </p:txBody>
      </p:sp>
    </p:spTree>
    <p:extLst>
      <p:ext uri="{BB962C8B-B14F-4D97-AF65-F5344CB8AC3E}">
        <p14:creationId xmlns:p14="http://schemas.microsoft.com/office/powerpoint/2010/main" val="1849489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Espaço Reservado para Conteúdo 28" descr="Imagem de vídeo game">
            <a:extLst>
              <a:ext uri="{FF2B5EF4-FFF2-40B4-BE49-F238E27FC236}">
                <a16:creationId xmlns:a16="http://schemas.microsoft.com/office/drawing/2014/main" id="{C09CB4FA-D0ED-DA57-7B22-946A7AA54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" y="714"/>
            <a:ext cx="12190234" cy="6857285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5B80ABA8-FF92-4380-7755-7A1041AA9CC3}"/>
              </a:ext>
            </a:extLst>
          </p:cNvPr>
          <p:cNvSpPr txBox="1"/>
          <p:nvPr/>
        </p:nvSpPr>
        <p:spPr>
          <a:xfrm>
            <a:off x="1918956" y="120820"/>
            <a:ext cx="9509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Relatório De vendas do Primeiro Semestre de 2025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688106E-3ACA-834A-57E2-7F6054FB849E}"/>
              </a:ext>
            </a:extLst>
          </p:cNvPr>
          <p:cNvSpPr/>
          <p:nvPr/>
        </p:nvSpPr>
        <p:spPr>
          <a:xfrm>
            <a:off x="1442433" y="839346"/>
            <a:ext cx="2434107" cy="873996"/>
          </a:xfrm>
          <a:prstGeom prst="rect">
            <a:avLst/>
          </a:prstGeom>
          <a:solidFill>
            <a:srgbClr val="EAEAEA">
              <a:alpha val="40000"/>
            </a:srgb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6280A8B-056A-F28B-D6EC-9CA4E0C6437A}"/>
              </a:ext>
            </a:extLst>
          </p:cNvPr>
          <p:cNvSpPr/>
          <p:nvPr/>
        </p:nvSpPr>
        <p:spPr>
          <a:xfrm>
            <a:off x="4163621" y="835570"/>
            <a:ext cx="2434107" cy="873996"/>
          </a:xfrm>
          <a:prstGeom prst="rect">
            <a:avLst/>
          </a:prstGeom>
          <a:solidFill>
            <a:srgbClr val="EAEAEA">
              <a:alpha val="40000"/>
            </a:srgb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C0A34E0-DF65-0F86-D4F6-E64DF23CC410}"/>
              </a:ext>
            </a:extLst>
          </p:cNvPr>
          <p:cNvSpPr/>
          <p:nvPr/>
        </p:nvSpPr>
        <p:spPr>
          <a:xfrm>
            <a:off x="6884809" y="833682"/>
            <a:ext cx="2434107" cy="873996"/>
          </a:xfrm>
          <a:prstGeom prst="rect">
            <a:avLst/>
          </a:prstGeom>
          <a:solidFill>
            <a:srgbClr val="EAEAEA">
              <a:alpha val="40000"/>
            </a:srgb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229C994-5EC8-9DA8-A35E-E992EDAF1FBE}"/>
              </a:ext>
            </a:extLst>
          </p:cNvPr>
          <p:cNvSpPr/>
          <p:nvPr/>
        </p:nvSpPr>
        <p:spPr>
          <a:xfrm>
            <a:off x="9595674" y="833682"/>
            <a:ext cx="2434107" cy="873996"/>
          </a:xfrm>
          <a:prstGeom prst="rect">
            <a:avLst/>
          </a:prstGeom>
          <a:solidFill>
            <a:srgbClr val="EAEAEA">
              <a:alpha val="40000"/>
            </a:srgb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E656885-38DC-AB84-5023-F65E1504173B}"/>
              </a:ext>
            </a:extLst>
          </p:cNvPr>
          <p:cNvSpPr/>
          <p:nvPr/>
        </p:nvSpPr>
        <p:spPr>
          <a:xfrm>
            <a:off x="1442433" y="2028177"/>
            <a:ext cx="3254610" cy="2270666"/>
          </a:xfrm>
          <a:prstGeom prst="rect">
            <a:avLst/>
          </a:prstGeom>
          <a:solidFill>
            <a:srgbClr val="EAEAEA">
              <a:alpha val="40000"/>
            </a:srgb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AC1EFEC-061D-533C-13AB-1BAEB89D3638}"/>
              </a:ext>
            </a:extLst>
          </p:cNvPr>
          <p:cNvSpPr/>
          <p:nvPr/>
        </p:nvSpPr>
        <p:spPr>
          <a:xfrm>
            <a:off x="4984124" y="2024401"/>
            <a:ext cx="3927920" cy="2278218"/>
          </a:xfrm>
          <a:prstGeom prst="rect">
            <a:avLst/>
          </a:prstGeom>
          <a:solidFill>
            <a:srgbClr val="EAEAEA">
              <a:alpha val="40000"/>
            </a:srgb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ADE931B-6700-0D26-EADA-B39CE4AECC5C}"/>
              </a:ext>
            </a:extLst>
          </p:cNvPr>
          <p:cNvSpPr/>
          <p:nvPr/>
        </p:nvSpPr>
        <p:spPr>
          <a:xfrm>
            <a:off x="9199124" y="2024401"/>
            <a:ext cx="2830657" cy="2278218"/>
          </a:xfrm>
          <a:prstGeom prst="rect">
            <a:avLst/>
          </a:prstGeom>
          <a:solidFill>
            <a:srgbClr val="EAEAEA">
              <a:alpha val="40000"/>
            </a:srgb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D47BB12-5120-CB6A-0A36-C8625BBC0ED8}"/>
              </a:ext>
            </a:extLst>
          </p:cNvPr>
          <p:cNvSpPr/>
          <p:nvPr/>
        </p:nvSpPr>
        <p:spPr>
          <a:xfrm>
            <a:off x="1442433" y="4596067"/>
            <a:ext cx="5155295" cy="2018809"/>
          </a:xfrm>
          <a:prstGeom prst="rect">
            <a:avLst/>
          </a:prstGeom>
          <a:solidFill>
            <a:srgbClr val="EAEAEA">
              <a:alpha val="40000"/>
            </a:srgb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B8E1538-B36B-23B5-E85D-316E4B0A822F}"/>
              </a:ext>
            </a:extLst>
          </p:cNvPr>
          <p:cNvSpPr/>
          <p:nvPr/>
        </p:nvSpPr>
        <p:spPr>
          <a:xfrm>
            <a:off x="6791117" y="4596067"/>
            <a:ext cx="5207494" cy="2018809"/>
          </a:xfrm>
          <a:prstGeom prst="rect">
            <a:avLst/>
          </a:prstGeom>
          <a:solidFill>
            <a:srgbClr val="EAEAEA">
              <a:alpha val="40000"/>
            </a:srgb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FEDA417B-D48F-DF3F-F775-E39393C08C5B}"/>
              </a:ext>
            </a:extLst>
          </p:cNvPr>
          <p:cNvSpPr/>
          <p:nvPr/>
        </p:nvSpPr>
        <p:spPr>
          <a:xfrm>
            <a:off x="-1" y="0"/>
            <a:ext cx="1258802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rgbClr val="EAEAE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4" name="Imagem 33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843BAA4A-39E9-7F20-AFA4-D2EC56D9B0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9" y="120820"/>
            <a:ext cx="1155352" cy="873996"/>
          </a:xfrm>
          <a:prstGeom prst="rect">
            <a:avLst/>
          </a:prstGeom>
        </p:spPr>
      </p:pic>
      <p:pic>
        <p:nvPicPr>
          <p:cNvPr id="19" name="Imagem 18" descr="Forma&#10;&#10;O conteúdo gerado por IA pode estar incorreto.">
            <a:extLst>
              <a:ext uri="{FF2B5EF4-FFF2-40B4-BE49-F238E27FC236}">
                <a16:creationId xmlns:a16="http://schemas.microsoft.com/office/drawing/2014/main" id="{37B578CE-03DB-E69C-1A8E-66674AC514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94" y="3608285"/>
            <a:ext cx="666059" cy="666059"/>
          </a:xfrm>
          <a:prstGeom prst="rect">
            <a:avLst/>
          </a:prstGeom>
        </p:spPr>
      </p:pic>
      <p:pic>
        <p:nvPicPr>
          <p:cNvPr id="20" name="Imagem 19" descr="Forma&#10;&#10;O conteúdo gerado por IA pode estar incorreto.">
            <a:extLst>
              <a:ext uri="{FF2B5EF4-FFF2-40B4-BE49-F238E27FC236}">
                <a16:creationId xmlns:a16="http://schemas.microsoft.com/office/drawing/2014/main" id="{8D0EBF9D-9501-2728-ACB9-931BF99C60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71" y="5324509"/>
            <a:ext cx="748657" cy="610865"/>
          </a:xfrm>
          <a:prstGeom prst="rect">
            <a:avLst/>
          </a:prstGeom>
        </p:spPr>
      </p:pic>
      <p:pic>
        <p:nvPicPr>
          <p:cNvPr id="26" name="Imagem 25" descr="Forma&#10;&#10;O conteúdo gerado por IA pode estar incorreto.">
            <a:extLst>
              <a:ext uri="{FF2B5EF4-FFF2-40B4-BE49-F238E27FC236}">
                <a16:creationId xmlns:a16="http://schemas.microsoft.com/office/drawing/2014/main" id="{0425EF24-64FB-F9D8-08B0-64DE207061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94" y="2555596"/>
            <a:ext cx="625209" cy="642770"/>
          </a:xfrm>
          <a:prstGeom prst="rect">
            <a:avLst/>
          </a:prstGeom>
          <a:ln>
            <a:noFill/>
          </a:ln>
        </p:spPr>
      </p:pic>
      <p:pic>
        <p:nvPicPr>
          <p:cNvPr id="27" name="Imagem 26" descr="Forma&#10;&#10;O conteúdo gerado por IA pode estar incorreto.">
            <a:extLst>
              <a:ext uri="{FF2B5EF4-FFF2-40B4-BE49-F238E27FC236}">
                <a16:creationId xmlns:a16="http://schemas.microsoft.com/office/drawing/2014/main" id="{3711F616-F35D-0DF8-5F9F-9AF121DAB6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71" y="6006934"/>
            <a:ext cx="742005" cy="730246"/>
          </a:xfrm>
          <a:prstGeom prst="rect">
            <a:avLst/>
          </a:prstGeom>
        </p:spPr>
      </p:pic>
      <p:pic>
        <p:nvPicPr>
          <p:cNvPr id="28" name="Imagem 27" descr="Ícone&#10;&#10;O conteúdo gerado por IA pode estar incorreto.">
            <a:extLst>
              <a:ext uri="{FF2B5EF4-FFF2-40B4-BE49-F238E27FC236}">
                <a16:creationId xmlns:a16="http://schemas.microsoft.com/office/drawing/2014/main" id="{15809E2B-6FBB-5997-8D15-0E5F60C1AF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12" y="1553076"/>
            <a:ext cx="677090" cy="67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281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Espaço Reservado para Conteúdo 28" descr="Imagem de vídeo game">
            <a:extLst>
              <a:ext uri="{FF2B5EF4-FFF2-40B4-BE49-F238E27FC236}">
                <a16:creationId xmlns:a16="http://schemas.microsoft.com/office/drawing/2014/main" id="{6C55205E-1585-8C2D-1F7E-124043361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" y="714"/>
            <a:ext cx="12190234" cy="6857285"/>
          </a:xfr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AA4D1DFD-F0AF-4971-A0AD-ED3A5EEC2EC0}"/>
              </a:ext>
            </a:extLst>
          </p:cNvPr>
          <p:cNvSpPr/>
          <p:nvPr/>
        </p:nvSpPr>
        <p:spPr>
          <a:xfrm>
            <a:off x="-1" y="0"/>
            <a:ext cx="1258802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rgbClr val="EAEAE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919EDBD0-DD82-A9DD-A8B0-3996CBBE67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9" y="120820"/>
            <a:ext cx="1155352" cy="873996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BE7D673A-E943-A48A-89EF-EA6258BA2A7E}"/>
              </a:ext>
            </a:extLst>
          </p:cNvPr>
          <p:cNvSpPr/>
          <p:nvPr/>
        </p:nvSpPr>
        <p:spPr>
          <a:xfrm>
            <a:off x="1442433" y="873996"/>
            <a:ext cx="3314691" cy="873996"/>
          </a:xfrm>
          <a:prstGeom prst="rect">
            <a:avLst/>
          </a:prstGeom>
          <a:solidFill>
            <a:srgbClr val="EAEAEA">
              <a:alpha val="40000"/>
            </a:srgb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E9BE9C1-93A1-B125-27ED-8B73634DC135}"/>
              </a:ext>
            </a:extLst>
          </p:cNvPr>
          <p:cNvSpPr/>
          <p:nvPr/>
        </p:nvSpPr>
        <p:spPr>
          <a:xfrm>
            <a:off x="5044205" y="873996"/>
            <a:ext cx="3314691" cy="873996"/>
          </a:xfrm>
          <a:prstGeom prst="rect">
            <a:avLst/>
          </a:prstGeom>
          <a:solidFill>
            <a:srgbClr val="EAEAEA">
              <a:alpha val="40000"/>
            </a:srgb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A0C6C80-8BFC-AFF4-344D-37ABFF978659}"/>
              </a:ext>
            </a:extLst>
          </p:cNvPr>
          <p:cNvSpPr/>
          <p:nvPr/>
        </p:nvSpPr>
        <p:spPr>
          <a:xfrm>
            <a:off x="8645977" y="873996"/>
            <a:ext cx="3314691" cy="873996"/>
          </a:xfrm>
          <a:prstGeom prst="rect">
            <a:avLst/>
          </a:prstGeom>
          <a:solidFill>
            <a:srgbClr val="EAEAEA">
              <a:alpha val="40000"/>
            </a:srgb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5D94E4E-1077-04D0-B5E9-A9C6DC248A1C}"/>
              </a:ext>
            </a:extLst>
          </p:cNvPr>
          <p:cNvSpPr/>
          <p:nvPr/>
        </p:nvSpPr>
        <p:spPr>
          <a:xfrm>
            <a:off x="1442433" y="2001524"/>
            <a:ext cx="6944338" cy="2272820"/>
          </a:xfrm>
          <a:prstGeom prst="rect">
            <a:avLst/>
          </a:prstGeom>
          <a:solidFill>
            <a:srgbClr val="EAEAEA">
              <a:alpha val="40000"/>
            </a:srgb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EAE1BE4-1B57-B143-5709-2164DE13847D}"/>
              </a:ext>
            </a:extLst>
          </p:cNvPr>
          <p:cNvSpPr/>
          <p:nvPr/>
        </p:nvSpPr>
        <p:spPr>
          <a:xfrm>
            <a:off x="8673853" y="1972872"/>
            <a:ext cx="3286816" cy="2272820"/>
          </a:xfrm>
          <a:prstGeom prst="rect">
            <a:avLst/>
          </a:prstGeom>
          <a:solidFill>
            <a:srgbClr val="EAEAEA">
              <a:alpha val="40000"/>
            </a:srgb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91B7CDE-5B6E-92D6-76D1-996E09770DA4}"/>
              </a:ext>
            </a:extLst>
          </p:cNvPr>
          <p:cNvSpPr/>
          <p:nvPr/>
        </p:nvSpPr>
        <p:spPr>
          <a:xfrm>
            <a:off x="1442433" y="4429762"/>
            <a:ext cx="5663377" cy="2272820"/>
          </a:xfrm>
          <a:prstGeom prst="rect">
            <a:avLst/>
          </a:prstGeom>
          <a:solidFill>
            <a:srgbClr val="EAEAEA">
              <a:alpha val="40000"/>
            </a:srgb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ED5BF4A-3218-ED4D-AFE7-D50E1E22B3F1}"/>
              </a:ext>
            </a:extLst>
          </p:cNvPr>
          <p:cNvSpPr/>
          <p:nvPr/>
        </p:nvSpPr>
        <p:spPr>
          <a:xfrm>
            <a:off x="7289442" y="4429762"/>
            <a:ext cx="4671227" cy="2272820"/>
          </a:xfrm>
          <a:prstGeom prst="rect">
            <a:avLst/>
          </a:prstGeom>
          <a:solidFill>
            <a:srgbClr val="EAEAEA">
              <a:alpha val="40000"/>
            </a:srgb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50785B6-0399-879B-F8B2-13AA2D1F0AA7}"/>
              </a:ext>
            </a:extLst>
          </p:cNvPr>
          <p:cNvSpPr txBox="1"/>
          <p:nvPr/>
        </p:nvSpPr>
        <p:spPr>
          <a:xfrm>
            <a:off x="1770186" y="120820"/>
            <a:ext cx="96582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Relatório De Devoluções do Primeiro Semestre de 2025</a:t>
            </a:r>
          </a:p>
        </p:txBody>
      </p:sp>
      <p:pic>
        <p:nvPicPr>
          <p:cNvPr id="2" name="Imagem 1" descr="Forma&#10;&#10;O conteúdo gerado por IA pode estar incorreto.">
            <a:extLst>
              <a:ext uri="{FF2B5EF4-FFF2-40B4-BE49-F238E27FC236}">
                <a16:creationId xmlns:a16="http://schemas.microsoft.com/office/drawing/2014/main" id="{30676373-9F4B-8070-09F5-361987AEA2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94" y="3608285"/>
            <a:ext cx="666059" cy="666059"/>
          </a:xfrm>
          <a:prstGeom prst="rect">
            <a:avLst/>
          </a:prstGeom>
        </p:spPr>
      </p:pic>
      <p:pic>
        <p:nvPicPr>
          <p:cNvPr id="3" name="Imagem 2" descr="Forma&#10;&#10;O conteúdo gerado por IA pode estar incorreto.">
            <a:extLst>
              <a:ext uri="{FF2B5EF4-FFF2-40B4-BE49-F238E27FC236}">
                <a16:creationId xmlns:a16="http://schemas.microsoft.com/office/drawing/2014/main" id="{1F99C704-89FF-12DD-CD97-0B0E1E414A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71" y="5324509"/>
            <a:ext cx="748657" cy="610865"/>
          </a:xfrm>
          <a:prstGeom prst="rect">
            <a:avLst/>
          </a:prstGeom>
        </p:spPr>
      </p:pic>
      <p:pic>
        <p:nvPicPr>
          <p:cNvPr id="4" name="Imagem 3" descr="Forma&#10;&#10;O conteúdo gerado por IA pode estar incorreto.">
            <a:extLst>
              <a:ext uri="{FF2B5EF4-FFF2-40B4-BE49-F238E27FC236}">
                <a16:creationId xmlns:a16="http://schemas.microsoft.com/office/drawing/2014/main" id="{02E11735-3F7B-2D53-8DB7-C198A8FD96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94" y="2555596"/>
            <a:ext cx="625209" cy="642770"/>
          </a:xfrm>
          <a:prstGeom prst="rect">
            <a:avLst/>
          </a:prstGeom>
          <a:ln>
            <a:noFill/>
          </a:ln>
        </p:spPr>
      </p:pic>
      <p:pic>
        <p:nvPicPr>
          <p:cNvPr id="5" name="Imagem 4" descr="Forma&#10;&#10;O conteúdo gerado por IA pode estar incorreto.">
            <a:extLst>
              <a:ext uri="{FF2B5EF4-FFF2-40B4-BE49-F238E27FC236}">
                <a16:creationId xmlns:a16="http://schemas.microsoft.com/office/drawing/2014/main" id="{F19F3802-C9C8-847D-64D1-42B09D36EA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71" y="6006934"/>
            <a:ext cx="742005" cy="730246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560BD34B-E8B0-F5F7-C2FE-FCEC736E25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978" y="3422955"/>
            <a:ext cx="12043" cy="12090"/>
          </a:xfrm>
          <a:prstGeom prst="rect">
            <a:avLst/>
          </a:prstGeom>
        </p:spPr>
      </p:pic>
      <p:pic>
        <p:nvPicPr>
          <p:cNvPr id="9" name="Imagem 8" descr="Ícone&#10;&#10;O conteúdo gerado por IA pode estar incorreto.">
            <a:extLst>
              <a:ext uri="{FF2B5EF4-FFF2-40B4-BE49-F238E27FC236}">
                <a16:creationId xmlns:a16="http://schemas.microsoft.com/office/drawing/2014/main" id="{2610C2F5-B653-DE24-B5BB-41147DC193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12" y="1553076"/>
            <a:ext cx="677090" cy="67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6296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ADCBDB44286944A008644D108C7B72" ma:contentTypeVersion="1" ma:contentTypeDescription="Create a new document." ma:contentTypeScope="" ma:versionID="b0880c78f2434657efaf1c057ac61bd6">
  <xsd:schema xmlns:xsd="http://www.w3.org/2001/XMLSchema" xmlns:xs="http://www.w3.org/2001/XMLSchema" xmlns:p="http://schemas.microsoft.com/office/2006/metadata/properties" xmlns:ns3="580883f7-e146-43d9-8fb5-1af0274abd64" targetNamespace="http://schemas.microsoft.com/office/2006/metadata/properties" ma:root="true" ma:fieldsID="10b06cd0c3bff07138a0c3029a5b4b3c" ns3:_="">
    <xsd:import namespace="580883f7-e146-43d9-8fb5-1af0274abd6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0883f7-e146-43d9-8fb5-1af0274abd6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6FE5FBB-239F-4CA9-8B35-6E4B969E08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80883f7-e146-43d9-8fb5-1af0274abd6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2069471-DF8D-4D27-949B-CA7F7B175C7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8CCFB1-6816-43EF-857E-DAB672011DA1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terms/"/>
    <ds:schemaRef ds:uri="580883f7-e146-43d9-8fb5-1af0274abd64"/>
    <ds:schemaRef ds:uri="http://purl.org/dc/dcmitype/"/>
    <ds:schemaRef ds:uri="http://purl.org/dc/elements/1.1/"/>
    <ds:schemaRef ds:uri="http://schemas.microsoft.com/office/2006/metadata/propertie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27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KAUA DA SILVEIRA NASCIMENTO MACHADO</dc:creator>
  <cp:lastModifiedBy>KAUA DA SILVEIRA NASCIMENTO MACHADO</cp:lastModifiedBy>
  <cp:revision>4</cp:revision>
  <dcterms:created xsi:type="dcterms:W3CDTF">2026-01-19T17:48:40Z</dcterms:created>
  <dcterms:modified xsi:type="dcterms:W3CDTF">2026-01-19T19:18:30Z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2026-01-19T18:07:33Z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38ae2f02-5710-4e12-80bb-83600c3fdf1e</vt:lpwstr>
  </property>
  <property fmtid="{D5CDD505-2E9C-101B-9397-08002B2CF9AE}" pid="7" name="MSIP_Label_defa4170-0d19-0005-0004-bc88714345d2_ActionId">
    <vt:lpwstr>59fd9534-1bdd-4eaa-a435-a7200926b9ca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  <property fmtid="{D5CDD505-2E9C-101B-9397-08002B2CF9AE}" pid="10" name="ContentTypeId">
    <vt:lpwstr>0x01010022ADCBDB44286944A008644D108C7B72</vt:lpwstr>
  </property>
</Properties>
</file>